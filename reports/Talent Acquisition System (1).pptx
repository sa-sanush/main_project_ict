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  <p:embeddedFont>
      <p:font typeface="JetBrains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C42E35-A78B-40E8-AF21-C701EDD185EF}">
  <a:tblStyle styleId="{0CC42E35-A78B-40E8-AF21-C701EDD185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28" Type="http://schemas.openxmlformats.org/officeDocument/2006/relationships/font" Target="fonts/JetBrainsMono-bold.fntdata"/><Relationship Id="rId27" Type="http://schemas.openxmlformats.org/officeDocument/2006/relationships/font" Target="fonts/JetBrains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JetBrains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image" Target="../media/image35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34.png"/><Relationship Id="rId8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09900" y="4675733"/>
            <a:ext cx="16002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2975" y="4675733"/>
            <a:ext cx="11525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48375" y="4675733"/>
            <a:ext cx="857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48500" y="4675733"/>
            <a:ext cx="9620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53400" y="4675733"/>
            <a:ext cx="1028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81025" y="1763166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DETAILED PROJECT REPORT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05276" y="2210841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Talent </a:t>
            </a:r>
            <a:r>
              <a:rPr b="1" i="0" lang="en-US" sz="54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Acquisition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System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809750" y="3346102"/>
            <a:ext cx="857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Advanced Resume Analysis Job Matching Platform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9414"/>
            <a:ext cx="5324475" cy="13543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524250"/>
            <a:ext cx="5324475" cy="135433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71525" y="1938337"/>
            <a:ext cx="539067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81025" y="1938337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2805112"/>
            <a:ext cx="5324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Talent Acquisition System (TAS) is a</a:t>
            </a: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web application designed to empower job seekers by optimizing their resumes for modern automated recruitment workflows.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3862387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By leveraging Python Flask and NLP libraries, the system bridges the gap between candidate qualifications and complex ATS algorithms used by top-tier recruiters.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34150" y="2227064"/>
            <a:ext cx="507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Analysis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34150" y="2598539"/>
            <a:ext cx="4829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Automated deep-dive into resume content to extract skills and evaluate quality scores.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34150" y="3771900"/>
            <a:ext cx="50706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Job Matching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34150" y="4143375"/>
            <a:ext cx="48291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Intelligent recommendation engine matching candidates to roles based on skill density.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9800"/>
            <a:ext cx="34861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09800"/>
            <a:ext cx="34861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209800"/>
            <a:ext cx="348615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600325"/>
            <a:ext cx="27051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71550" y="329565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Smart Analysis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71550" y="376237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Automatically analyze uploaded resumes to calculate detailed quality scores across multiple metrics.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3450" y="2600325"/>
            <a:ext cx="27051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43450" y="329565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Match Roles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43450" y="3762375"/>
            <a:ext cx="27051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Recommend matching job roles based on user-provided job descriptions and extracted skill sets.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5350" y="2600325"/>
            <a:ext cx="27051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515350" y="3295650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Growth Tracking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515350" y="3762375"/>
            <a:ext cx="2705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Enable historical tracking of resume scores to monitor improvements over time.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PROJECT OBJECTIVES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581025" y="2486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{0CC42E35-A78B-40E8-AF21-C701EDD185EF}</a:tableStyleId>
              </a:tblPr>
              <a:tblGrid>
                <a:gridCol w="2672800"/>
                <a:gridCol w="8357150"/>
              </a:tblGrid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5818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>
                        <a:solidFill>
                          <a:srgbClr val="45818E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1C7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45818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Technology Used</a:t>
                      </a:r>
                      <a:endParaRPr>
                        <a:solidFill>
                          <a:srgbClr val="45818E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1C75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Backend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Python, Flask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HTML5, CSS3 (Glassmorphism), JavaScript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NLP &amp;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spaCy, Pandas, NumPy , Matpl</a:t>
                      </a:r>
                      <a:r>
                        <a:rPr lang="en-US" sz="135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otlib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8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Data &amp; 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SQLite, PyPDF, python-docx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81025" y="3114675"/>
            <a:ext cx="2672804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253829" y="3114675"/>
            <a:ext cx="8357145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81025" y="3700462"/>
            <a:ext cx="26728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253829" y="3700462"/>
            <a:ext cx="835714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81025" y="4271962"/>
            <a:ext cx="26728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253829" y="4271962"/>
            <a:ext cx="835714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81025" y="4843462"/>
            <a:ext cx="26728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253829" y="4843462"/>
            <a:ext cx="835714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81025" y="5414962"/>
            <a:ext cx="267280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253829" y="5414962"/>
            <a:ext cx="835714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TECHNICAL FOUNDATION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62025" y="245268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Auth Module: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Secure user registration and session management.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962025" y="315753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Parsing Engine: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Intelligent extraction of education, experience, and skills.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62025" y="386238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History Tracking: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Dashboard for monitoring user resume growth.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962025" y="4567237"/>
            <a:ext cx="49434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Admin Panel: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Management of roles, users, and contact queries.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955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004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9052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61010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FUNCTIONAL ARCHITECTURE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47800"/>
            <a:ext cx="5324475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81025" y="281463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system features a streamlined drag-and-drop interface supporting multiple formats:</a:t>
            </a:r>
            <a:endParaRPr/>
          </a:p>
        </p:txBody>
      </p:sp>
      <p:pic>
        <p:nvPicPr>
          <p:cNvPr id="167" name="Google Shape;167;p18" title="Screenshot 2026-05-06 124728.png"/>
          <p:cNvPicPr preferRelativeResize="0"/>
          <p:nvPr/>
        </p:nvPicPr>
        <p:blipFill rotWithShape="1">
          <a:blip r:embed="rId5">
            <a:alphaModFix/>
          </a:blip>
          <a:srcRect b="0" l="23643" r="23643" t="0"/>
          <a:stretch/>
        </p:blipFill>
        <p:spPr>
          <a:xfrm>
            <a:off x="6296025" y="1457325"/>
            <a:ext cx="5305425" cy="4810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962025" y="356711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PDF &amp; DOCX Compatibility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62025" y="4014787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Instant File Type Validation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62025" y="446246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Fast Progress Tracking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099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576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0532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RESUME UPLOAD INTERFACE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468141"/>
            <a:ext cx="4943475" cy="205531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771525" y="1353591"/>
            <a:ext cx="4990623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ANALYSIS ENGINE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581025" y="1353591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2220366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core of TAS lies in its multi-layered analysis. It scans contact info, skill density, work experience, and formatting quality.</a:t>
            </a:r>
            <a:endParaRPr/>
          </a:p>
        </p:txBody>
      </p:sp>
      <p:pic>
        <p:nvPicPr>
          <p:cNvPr id="185" name="Google Shape;185;p19" title="Screenshot 2026-05-06 12482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7825" y="2361786"/>
            <a:ext cx="6086477" cy="291882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971550" y="3858666"/>
            <a:ext cx="437054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Scoring Weights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71550" y="4258716"/>
            <a:ext cx="416242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system generates a total score out of 100 based on critical weighted benchmarks including keyword density and action verb impact.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47800"/>
            <a:ext cx="5324475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4302472"/>
            <a:ext cx="5324475" cy="6438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title="Screenshot 2026-05-06 124833.png"/>
          <p:cNvPicPr preferRelativeResize="0"/>
          <p:nvPr/>
        </p:nvPicPr>
        <p:blipFill rotWithShape="1">
          <a:blip r:embed="rId6">
            <a:alphaModFix/>
          </a:blip>
          <a:srcRect b="0" l="23325" r="23325" t="0"/>
          <a:stretch/>
        </p:blipFill>
        <p:spPr>
          <a:xfrm>
            <a:off x="590550" y="1457325"/>
            <a:ext cx="5305425" cy="4810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6286500" y="2778472"/>
            <a:ext cx="559069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Intelligent Alignment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286500" y="3245197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matching engine compares resume skills against specific Job Descriptions (JD) to calculate compatibility scores and identify critical missing keywords.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486525" y="4502497"/>
            <a:ext cx="49244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Match score + Semantic Mapping = Better Hire Chance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TARGETED JOB MATCHING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47800"/>
            <a:ext cx="5324475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81025" y="281463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Beyond scoring, the system provides actionable intelligence to help candidates refine their presentation:</a:t>
            </a:r>
            <a:endParaRPr/>
          </a:p>
        </p:txBody>
      </p:sp>
      <p:pic>
        <p:nvPicPr>
          <p:cNvPr id="208" name="Google Shape;208;p21" title="Screenshot 2026-05-06 124842.png"/>
          <p:cNvPicPr preferRelativeResize="0"/>
          <p:nvPr/>
        </p:nvPicPr>
        <p:blipFill rotWithShape="1">
          <a:blip r:embed="rId5">
            <a:alphaModFix/>
          </a:blip>
          <a:srcRect b="0" l="23673" r="23673" t="0"/>
          <a:stretch/>
        </p:blipFill>
        <p:spPr>
          <a:xfrm>
            <a:off x="6296025" y="1457325"/>
            <a:ext cx="530542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962025" y="356711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Suggested Bullet Rewrites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62025" y="4014787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Skill Acquisition Paths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962025" y="446246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Formatting Optimizations</a:t>
            </a:r>
            <a:endParaRPr/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099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0576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505325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RESUME ROLE GUIDANCE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581025" y="60198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Track resume quality score trends over time to monitor profile growth and refinement.</a:t>
            </a:r>
            <a:endParaRPr/>
          </a:p>
        </p:txBody>
      </p:sp>
      <p:pic>
        <p:nvPicPr>
          <p:cNvPr id="223" name="Google Shape;223;p22" title="Screenshot 2026-05-06 124933.png"/>
          <p:cNvPicPr preferRelativeResize="0"/>
          <p:nvPr/>
        </p:nvPicPr>
        <p:blipFill rotWithShape="1">
          <a:blip r:embed="rId4">
            <a:alphaModFix/>
          </a:blip>
          <a:srcRect b="0" l="20291" r="20291" t="0"/>
          <a:stretch/>
        </p:blipFill>
        <p:spPr>
          <a:xfrm>
            <a:off x="3809525" y="1466850"/>
            <a:ext cx="5305427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HISTORICAL DASHBOARDS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81025" y="3067050"/>
            <a:ext cx="53244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81025" y="4210050"/>
            <a:ext cx="5324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Secure Processing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667500" y="2967037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CSRF protection &amp; Secure Hashing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667500" y="341471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Strict File Validation (16MB limit)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667500" y="3862387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Encrypted Session Management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6667500" y="4310062"/>
            <a:ext cx="49434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Robust Unit Testing with Pytest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0099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4575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9052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35292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SECURITY &amp; RELIABILITY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2893516"/>
            <a:ext cx="10668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6275" y="2893516"/>
            <a:ext cx="11525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81675" y="2893516"/>
            <a:ext cx="857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1800" y="2893516"/>
            <a:ext cx="9620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86700" y="2893516"/>
            <a:ext cx="10287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2095500" y="581025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2286000" y="1685925"/>
            <a:ext cx="7620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Talent Acquisition System successfully bridges the gap between </a:t>
            </a: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candidates and AI-driven recruitment.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286000" y="3693616"/>
            <a:ext cx="7620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ICT Academy of Kerala | 2026 Internship Program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